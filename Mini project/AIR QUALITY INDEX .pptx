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Qo3/MAJRZWT3aFncRV/tBjbpJ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24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15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17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2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1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2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3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23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83" name="Google Shape;83;p23"/>
          <p:cNvSpPr txBox="1">
            <a:spLocks noGrp="1"/>
          </p:cNvSpPr>
          <p:nvPr>
            <p:ph type="body" idx="1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body" idx="1"/>
          </p:nvPr>
        </p:nvSpPr>
        <p:spPr>
          <a:xfrm rot="5400000">
            <a:off x="2583180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body" idx="1"/>
          </p:nvPr>
        </p:nvSpPr>
        <p:spPr>
          <a:xfrm rot="5400000">
            <a:off x="650302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4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4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www.tutiempo.net/clima/01-2020/ws-421810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ctrTitle"/>
          </p:nvPr>
        </p:nvSpPr>
        <p:spPr>
          <a:xfrm>
            <a:off x="228600" y="1676400"/>
            <a:ext cx="8686800" cy="182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r>
              <a:rPr lang="en-US" sz="5400"/>
              <a:t>PREDICTION OF AIR QUALITY INDEX USING MACHINE LEARNING </a:t>
            </a:r>
            <a:br>
              <a:rPr lang="en-US" sz="5400"/>
            </a:br>
            <a:endParaRPr sz="3600"/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91440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 txBox="1"/>
          <p:nvPr/>
        </p:nvSpPr>
        <p:spPr>
          <a:xfrm>
            <a:off x="762000" y="4913304"/>
            <a:ext cx="1828500" cy="9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Punit Singh Lamba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357818" y="4495800"/>
            <a:ext cx="3786300" cy="1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Vasu Bansal.          35311503119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Sayyam Jain          02311503119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Rohan Khilnani     00411503119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109" name="Google Shape;109;p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/>
          </a:p>
        </p:txBody>
      </p:sp>
      <p:sp>
        <p:nvSpPr>
          <p:cNvPr id="110" name="Google Shape;110;p1"/>
          <p:cNvSpPr txBox="1">
            <a:spLocks noGrp="1"/>
          </p:cNvSpPr>
          <p:nvPr>
            <p:ph type="sldNum" idx="12"/>
          </p:nvPr>
        </p:nvSpPr>
        <p:spPr>
          <a:xfrm>
            <a:off x="7931381" y="6459785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1</a:t>
            </a:fld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title"/>
          </p:nvPr>
        </p:nvSpPr>
        <p:spPr>
          <a:xfrm>
            <a:off x="500000" y="1007287"/>
            <a:ext cx="84213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 sz="3200" b="1"/>
              <a:t>                              </a:t>
            </a:r>
            <a:r>
              <a:rPr lang="en-US" sz="3400" b="1"/>
              <a:t> ABSTRACT</a:t>
            </a:r>
            <a:endParaRPr sz="3400" b="1"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2</a:t>
            </a:fld>
            <a:endParaRPr sz="2000"/>
          </a:p>
        </p:txBody>
      </p:sp>
      <p:sp>
        <p:nvSpPr>
          <p:cNvPr id="119" name="Google Shape;119;p3"/>
          <p:cNvSpPr txBox="1">
            <a:spLocks noGrp="1"/>
          </p:cNvSpPr>
          <p:nvPr>
            <p:ph type="dt" idx="10"/>
          </p:nvPr>
        </p:nvSpPr>
        <p:spPr>
          <a:xfrm>
            <a:off x="158750" y="6437313"/>
            <a:ext cx="2203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/>
              <a:t>16 November 2021</a:t>
            </a:r>
            <a:endParaRPr sz="1800" dirty="0"/>
          </a:p>
        </p:txBody>
      </p:sp>
      <p:sp>
        <p:nvSpPr>
          <p:cNvPr id="120" name="Google Shape;120;p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21" name="Google Shape;121;p3"/>
          <p:cNvSpPr/>
          <p:nvPr/>
        </p:nvSpPr>
        <p:spPr>
          <a:xfrm>
            <a:off x="500002" y="1857364"/>
            <a:ext cx="86439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2928926" y="592933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>
            <a:spLocks noGrp="1"/>
          </p:cNvSpPr>
          <p:nvPr>
            <p:ph type="body" idx="1"/>
          </p:nvPr>
        </p:nvSpPr>
        <p:spPr>
          <a:xfrm>
            <a:off x="800100" y="1857375"/>
            <a:ext cx="7543800" cy="4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25000" lnSpcReduction="20000"/>
          </a:bodyPr>
          <a:lstStyle/>
          <a:p>
            <a:pPr marL="91440" lvl="0" indent="-1333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8400" dirty="0"/>
              <a:t>Air pollution is the largest environmental and public health</a:t>
            </a:r>
            <a:endParaRPr sz="8400" dirty="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8400" dirty="0"/>
              <a:t>challenge in the world today. Air pollution leads to adverse effects</a:t>
            </a:r>
            <a:endParaRPr sz="8400" dirty="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8400" dirty="0"/>
              <a:t>on Human health, climate and ecosystem.</a:t>
            </a:r>
            <a:endParaRPr sz="8400" dirty="0"/>
          </a:p>
          <a:p>
            <a:pPr marL="91440" lvl="0" indent="-13335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8400" dirty="0"/>
              <a:t>Air is getting polluted because of release of Toxic gases by industries, vehicular emissions and increased concentration of harmful gases and particulate matter in the atmosphere.</a:t>
            </a:r>
            <a:endParaRPr sz="8400" dirty="0"/>
          </a:p>
          <a:p>
            <a:pPr marL="91440" lvl="0" indent="-13335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8400" dirty="0"/>
              <a:t>Particulate matter is one of the most important parameter having the significant contribution to the increase in air pollution. </a:t>
            </a:r>
          </a:p>
          <a:p>
            <a:pPr marL="91440" lvl="0" indent="-13335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8400" dirty="0"/>
              <a:t>So in order to prevent us to expose from air pollution we need to predict air quality priorly and take necessary action.</a:t>
            </a: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342898" y="9144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b="1"/>
              <a:t>                  </a:t>
            </a:r>
            <a:r>
              <a:rPr lang="en-US" sz="4000" b="1"/>
              <a:t>OBJECTIVES</a:t>
            </a:r>
            <a:endParaRPr sz="4000" b="1"/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3</a:t>
            </a:fld>
            <a:endParaRPr sz="2000"/>
          </a:p>
        </p:txBody>
      </p:sp>
      <p:sp>
        <p:nvSpPr>
          <p:cNvPr id="132" name="Google Shape;132;p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33" name="Google Shape;133;p4"/>
          <p:cNvSpPr txBox="1"/>
          <p:nvPr/>
        </p:nvSpPr>
        <p:spPr>
          <a:xfrm>
            <a:off x="294250" y="2086075"/>
            <a:ext cx="817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222222"/>
                </a:solidFill>
                <a:highlight>
                  <a:srgbClr val="FFFFFF"/>
                </a:highlight>
              </a:rPr>
              <a:t>Aim of the Project:</a:t>
            </a:r>
            <a:endParaRPr sz="2000" b="1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rgbClr val="222222"/>
                </a:solidFill>
                <a:highlight>
                  <a:srgbClr val="FFFFFF"/>
                </a:highlight>
              </a:rPr>
              <a:t>The goal is to develop a machine learning model for real-time air quality</a:t>
            </a:r>
            <a:endParaRPr sz="20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rgbClr val="222222"/>
                </a:solidFill>
                <a:highlight>
                  <a:srgbClr val="FFFFFF"/>
                </a:highlight>
              </a:rPr>
              <a:t>forecasting, by comparing the accuracy using supervised machine learning</a:t>
            </a:r>
            <a:endParaRPr sz="20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rgbClr val="222222"/>
                </a:solidFill>
                <a:highlight>
                  <a:srgbClr val="FFFFFF"/>
                </a:highlight>
              </a:rPr>
              <a:t>techniques like linear regression, Lasso regression, support vector regression.</a:t>
            </a:r>
            <a:endParaRPr sz="20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222222"/>
                </a:solidFill>
                <a:highlight>
                  <a:srgbClr val="FFFFFF"/>
                </a:highlight>
              </a:rPr>
              <a:t>Scope of the Project:</a:t>
            </a:r>
            <a:endParaRPr sz="2000" b="1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rgbClr val="222222"/>
                </a:solidFill>
                <a:highlight>
                  <a:srgbClr val="FFFFFF"/>
                </a:highlight>
              </a:rPr>
              <a:t>The project can be used to monitor the air quality index of a particular area and to predict the air quality and we can try to control the pollutants by taking necessary steps to avoid bad air quality.</a:t>
            </a:r>
            <a:endParaRPr sz="20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pic>
        <p:nvPicPr>
          <p:cNvPr id="140" name="Google Shape;140;p2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4</a:t>
            </a:fld>
            <a:endParaRPr sz="2000"/>
          </a:p>
        </p:txBody>
      </p:sp>
      <p:sp>
        <p:nvSpPr>
          <p:cNvPr id="142" name="Google Shape;142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43" name="Google Shape;143;p2"/>
          <p:cNvSpPr/>
          <p:nvPr/>
        </p:nvSpPr>
        <p:spPr>
          <a:xfrm>
            <a:off x="500000" y="1857375"/>
            <a:ext cx="86439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222222"/>
                </a:solidFill>
                <a:highlight>
                  <a:srgbClr val="FFFFFF"/>
                </a:highlight>
              </a:rPr>
              <a:t>In the last decades, along with the rapid development of the</a:t>
            </a:r>
            <a:endParaRPr sz="22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rgbClr val="222222"/>
                </a:solidFill>
                <a:highlight>
                  <a:srgbClr val="FFFFFF"/>
                </a:highlight>
              </a:rPr>
              <a:t>industrialization and urbanization, the increasing level of air</a:t>
            </a:r>
            <a:endParaRPr sz="22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rgbClr val="222222"/>
                </a:solidFill>
                <a:highlight>
                  <a:srgbClr val="FFFFFF"/>
                </a:highlight>
              </a:rPr>
              <a:t>pollutant concentrations has been a growing rapidly.</a:t>
            </a:r>
            <a:endParaRPr sz="22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rgbClr val="222222"/>
                </a:solidFill>
                <a:highlight>
                  <a:srgbClr val="FFFFFF"/>
                </a:highlight>
              </a:rPr>
              <a:t>In the developing countries like India, the rapid increase population</a:t>
            </a:r>
            <a:endParaRPr sz="22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222222"/>
                </a:solidFill>
                <a:highlight>
                  <a:srgbClr val="FFFFFF"/>
                </a:highlight>
              </a:rPr>
              <a:t>in cities have lead to environmental problems such as air pollution.</a:t>
            </a:r>
            <a:endParaRPr sz="22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rgbClr val="222222"/>
                </a:solidFill>
                <a:highlight>
                  <a:srgbClr val="FFFFFF"/>
                </a:highlight>
              </a:rPr>
              <a:t>Machine learning is method of data analysis that automates analytical model building.</a:t>
            </a:r>
            <a:endParaRPr sz="22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rgbClr val="222222"/>
                </a:solidFill>
                <a:highlight>
                  <a:srgbClr val="FFFFFF"/>
                </a:highlight>
              </a:rPr>
              <a:t>&gt; It is a branch of artificial intelligence based on the idea that systems can learn from data, identify patterns and make decisions with minimal human intervention</a:t>
            </a: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228598" y="847725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000"/>
              <a:t>LITERATURES REVIEW</a:t>
            </a:r>
            <a:endParaRPr sz="4000"/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5</a:t>
            </a:fld>
            <a:endParaRPr sz="2000"/>
          </a:p>
        </p:txBody>
      </p:sp>
      <p:sp>
        <p:nvSpPr>
          <p:cNvPr id="152" name="Google Shape;152;p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53" name="Google Shape;153;p6"/>
          <p:cNvSpPr txBox="1">
            <a:spLocks noGrp="1"/>
          </p:cNvSpPr>
          <p:nvPr>
            <p:ph type="body" idx="1"/>
          </p:nvPr>
        </p:nvSpPr>
        <p:spPr>
          <a:xfrm>
            <a:off x="965834" y="2071668"/>
            <a:ext cx="7543800" cy="3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84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 "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Alireza </a:t>
            </a:r>
            <a:r>
              <a:rPr 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Rahimpour</a:t>
            </a: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Jamil </a:t>
            </a:r>
            <a:r>
              <a:rPr 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Amanollahi</a:t>
            </a: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Chris G. </a:t>
            </a:r>
            <a:r>
              <a:rPr 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Tzanis</a:t>
            </a: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</a:p>
          <a:p>
            <a:pPr marL="91440" lvl="0" indent="-184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 "/>
            </a:pPr>
            <a:endParaRPr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 In this paper they have used three types of techniques, Hybrid single decomposition (HD), Hybrid two-phase decomposition(HTPD), Variational mode decomposition(VMD).</a:t>
            </a:r>
          </a:p>
          <a:p>
            <a:pPr marL="91440" lvl="0" indent="-184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 "/>
            </a:pPr>
            <a:endParaRPr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&gt;HTPD model was the highest in the training, phase and testing phase,</a:t>
            </a:r>
            <a:endParaRPr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 it has been concluded that HTPD technique have more accurate results.</a:t>
            </a:r>
            <a:endParaRPr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endParaRPr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>
            <a:spLocks noGrp="1"/>
          </p:cNvSpPr>
          <p:nvPr>
            <p:ph type="title"/>
          </p:nvPr>
        </p:nvSpPr>
        <p:spPr>
          <a:xfrm>
            <a:off x="365748" y="833425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000"/>
              <a:t>LITERATURES REVIEW</a:t>
            </a:r>
            <a:endParaRPr sz="4000"/>
          </a:p>
        </p:txBody>
      </p:sp>
      <p:pic>
        <p:nvPicPr>
          <p:cNvPr id="160" name="Google Shape;160;p7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6</a:t>
            </a:fld>
            <a:endParaRPr sz="2000"/>
          </a:p>
        </p:txBody>
      </p:sp>
      <p:sp>
        <p:nvSpPr>
          <p:cNvPr id="162" name="Google Shape;162;p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63" name="Google Shape;163;p7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77500" lnSpcReduction="20000"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08"/>
              <a:buFont typeface="Arial"/>
              <a:buNone/>
            </a:pPr>
            <a:r>
              <a:rPr lang="en-US" sz="3080"/>
              <a:t>K. Mahesh Babu, J. Rene Beulah, "Air Quality Prediction</a:t>
            </a:r>
            <a:endParaRPr sz="308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08"/>
              <a:buFont typeface="Arial"/>
              <a:buNone/>
            </a:pPr>
            <a:r>
              <a:rPr lang="en-US" sz="3080"/>
              <a:t>based on Supervised Machine Learning Methods," International</a:t>
            </a:r>
            <a:endParaRPr sz="308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08"/>
              <a:buFont typeface="Arial"/>
              <a:buNone/>
            </a:pPr>
            <a:r>
              <a:rPr lang="en-US" sz="3080"/>
              <a:t>Journal of Innovative Technology and Exploring Engineering (IJITEE)</a:t>
            </a:r>
            <a:endParaRPr sz="308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08"/>
              <a:buFont typeface="Arial"/>
              <a:buNone/>
            </a:pPr>
            <a:r>
              <a:rPr lang="en-US" sz="3080"/>
              <a:t>ISSN: 2278-3075, Volume-8, Issue-9S4, July 2019.</a:t>
            </a:r>
            <a:endParaRPr sz="308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08"/>
              <a:buFont typeface="Arial"/>
              <a:buNone/>
            </a:pPr>
            <a:r>
              <a:rPr lang="en-US" sz="3080"/>
              <a:t>Generally, Air pollution alludes to the issue of toxins into the air that</a:t>
            </a:r>
            <a:endParaRPr sz="308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08"/>
              <a:buFont typeface="Arial"/>
              <a:buNone/>
            </a:pPr>
            <a:r>
              <a:rPr lang="en-US" sz="3080"/>
              <a:t>are harmful to human well being and the entire planet.</a:t>
            </a:r>
            <a:endParaRPr sz="308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08"/>
              <a:buFont typeface="Arial"/>
              <a:buNone/>
            </a:pPr>
            <a:r>
              <a:rPr lang="en-US" sz="3080"/>
              <a:t>The air quality dataset is preprocessed with respect to univariate</a:t>
            </a:r>
            <a:endParaRPr sz="308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08"/>
              <a:buFont typeface="Arial"/>
              <a:buNone/>
            </a:pPr>
            <a:r>
              <a:rPr lang="en-US" sz="3080"/>
              <a:t>analysis, bi-variate and multi-variate analysis, missing value</a:t>
            </a:r>
            <a:endParaRPr sz="308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08"/>
              <a:buFont typeface="Arial"/>
              <a:buNone/>
            </a:pPr>
            <a:r>
              <a:rPr lang="en-US" sz="3080"/>
              <a:t>treatments, data validation, data preparing</a:t>
            </a:r>
            <a:endParaRPr sz="308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>
            <a:spLocks noGrp="1"/>
          </p:cNvSpPr>
          <p:nvPr>
            <p:ph type="title"/>
          </p:nvPr>
        </p:nvSpPr>
        <p:spPr>
          <a:xfrm>
            <a:off x="365748" y="828675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000"/>
              <a:t>LITERATURES REVIEW</a:t>
            </a:r>
            <a:endParaRPr sz="4000"/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7</a:t>
            </a:fld>
            <a:endParaRPr sz="2000"/>
          </a:p>
        </p:txBody>
      </p:sp>
      <p:sp>
        <p:nvSpPr>
          <p:cNvPr id="172" name="Google Shape;172;p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73" name="Google Shape;173;p8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20000"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91"/>
              <a:t>Ranjana Waman Gore, Deepa S. Deshpande, "An Approach</a:t>
            </a:r>
            <a:endParaRPr sz="2491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91"/>
              <a:t>for Classification of Health Risks Based on Air Quality Levels,"</a:t>
            </a:r>
            <a:endParaRPr sz="2491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91"/>
              <a:t>IEEE,2017.</a:t>
            </a:r>
            <a:endParaRPr sz="2491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91"/>
              <a:t>This paper focuses on analysis of air based on the available data of</a:t>
            </a:r>
            <a:endParaRPr sz="2491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91"/>
              <a:t>various air pollutants such as NO2, SO2, CO and 03.</a:t>
            </a:r>
            <a:endParaRPr sz="2491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91"/>
              <a:t>This paper implements Naive Bayes and Decision tree J48</a:t>
            </a:r>
            <a:endParaRPr sz="2491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91"/>
              <a:t>algorithm for predicting the health concern.</a:t>
            </a:r>
            <a:endParaRPr sz="2491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91"/>
              <a:t>The result shown that decision tree algorithm gives 91.9978 % accuracy.</a:t>
            </a:r>
            <a:endParaRPr sz="2491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>
            <a:spLocks noGrp="1"/>
          </p:cNvSpPr>
          <p:nvPr>
            <p:ph type="title"/>
          </p:nvPr>
        </p:nvSpPr>
        <p:spPr>
          <a:xfrm>
            <a:off x="658423" y="847725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 sz="3200" b="1"/>
              <a:t>           </a:t>
            </a:r>
            <a:r>
              <a:rPr lang="en-US" sz="3300" b="1"/>
              <a:t> DESIGN AND METHODOLOGIES</a:t>
            </a:r>
            <a:endParaRPr sz="3300" b="1"/>
          </a:p>
        </p:txBody>
      </p:sp>
      <p:pic>
        <p:nvPicPr>
          <p:cNvPr id="180" name="Google Shape;180;p5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8</a:t>
            </a:fld>
            <a:endParaRPr sz="2000"/>
          </a:p>
        </p:txBody>
      </p:sp>
      <p:sp>
        <p:nvSpPr>
          <p:cNvPr id="182" name="Google Shape;182;p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83" name="Google Shape;183;p5"/>
          <p:cNvSpPr/>
          <p:nvPr/>
        </p:nvSpPr>
        <p:spPr>
          <a:xfrm>
            <a:off x="928651" y="2214568"/>
            <a:ext cx="295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1: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Collection and Processing of the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928718" y="3743326"/>
            <a:ext cx="295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2: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Applying the machine learning algorithms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/>
          </p:nvPr>
        </p:nvSpPr>
        <p:spPr>
          <a:xfrm>
            <a:off x="228598" y="9144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MODULE 1</a:t>
            </a:r>
            <a:endParaRPr/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9</a:t>
            </a:fld>
            <a:endParaRPr sz="2000"/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194" name="Google Shape;194;p9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Data Collection and training using Machine learning Algorithms </a:t>
            </a: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STEP :-1 Collection of Data</a:t>
            </a: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hlinkClick r:id="rId4"/>
              </a:rPr>
              <a:t>Weather in New Delhi / Palam during January 2020 - historical climate data (tutiempo.net)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pic>
        <p:nvPicPr>
          <p:cNvPr id="195" name="Google Shape;195;p9"/>
          <p:cNvPicPr preferRelativeResize="0"/>
          <p:nvPr/>
        </p:nvPicPr>
        <p:blipFill>
          <a:blip r:embed="rId5"/>
          <a:srcRect/>
          <a:stretch/>
        </p:blipFill>
        <p:spPr>
          <a:xfrm>
            <a:off x="1022808" y="3257452"/>
            <a:ext cx="7098383" cy="3086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 txBox="1">
            <a:spLocks noGrp="1"/>
          </p:cNvSpPr>
          <p:nvPr>
            <p:ph type="title"/>
          </p:nvPr>
        </p:nvSpPr>
        <p:spPr>
          <a:xfrm>
            <a:off x="228598" y="84435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200"/>
              <a:t>ARCHITECTURE DIAGRAM</a:t>
            </a:r>
            <a:endParaRPr sz="4200"/>
          </a:p>
        </p:txBody>
      </p:sp>
      <p:pic>
        <p:nvPicPr>
          <p:cNvPr id="213" name="Google Shape;213;p11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10</a:t>
            </a:fld>
            <a:endParaRPr sz="2000"/>
          </a:p>
        </p:txBody>
      </p:sp>
      <p:sp>
        <p:nvSpPr>
          <p:cNvPr id="215" name="Google Shape;215;p1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216" name="Google Shape;216;p11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17" name="Google Shape;21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" y="1767150"/>
            <a:ext cx="760095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title"/>
          </p:nvPr>
        </p:nvSpPr>
        <p:spPr>
          <a:xfrm>
            <a:off x="228598" y="8169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400"/>
              <a:t>DATA FLOW DIAGRAM</a:t>
            </a:r>
            <a:endParaRPr sz="4400"/>
          </a:p>
        </p:txBody>
      </p:sp>
      <p:pic>
        <p:nvPicPr>
          <p:cNvPr id="224" name="Google Shape;224;p12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114300" y="4320"/>
            <a:ext cx="8915401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11</a:t>
            </a:fld>
            <a:endParaRPr sz="2000"/>
          </a:p>
        </p:txBody>
      </p:sp>
      <p:sp>
        <p:nvSpPr>
          <p:cNvPr id="226" name="Google Shape;226;p1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227" name="Google Shape;227;p12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28" name="Google Shape;22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250" y="1739700"/>
            <a:ext cx="7858875" cy="44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>
            <a:spLocks noGrp="1"/>
          </p:cNvSpPr>
          <p:nvPr>
            <p:ph type="title"/>
          </p:nvPr>
        </p:nvSpPr>
        <p:spPr>
          <a:xfrm>
            <a:off x="66723" y="914400"/>
            <a:ext cx="845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300"/>
              <a:t>CONCLUSIONS </a:t>
            </a:r>
            <a:endParaRPr sz="4300"/>
          </a:p>
        </p:txBody>
      </p:sp>
      <p:pic>
        <p:nvPicPr>
          <p:cNvPr id="235" name="Google Shape;235;p13"/>
          <p:cNvPicPr preferRelativeResize="0"/>
          <p:nvPr/>
        </p:nvPicPr>
        <p:blipFill rotWithShape="1">
          <a:blip r:embed="rId3">
            <a:alphaModFix/>
          </a:blip>
          <a:srcRect r="26724"/>
          <a:stretch/>
        </p:blipFill>
        <p:spPr>
          <a:xfrm>
            <a:off x="0" y="12845"/>
            <a:ext cx="8915400" cy="90155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 txBox="1">
            <a:spLocks noGrp="1"/>
          </p:cNvSpPr>
          <p:nvPr>
            <p:ph type="sldNum" idx="12"/>
          </p:nvPr>
        </p:nvSpPr>
        <p:spPr>
          <a:xfrm>
            <a:off x="7814150" y="6430530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/>
              <a:t>12</a:t>
            </a:fld>
            <a:endParaRPr sz="2000"/>
          </a:p>
        </p:txBody>
      </p:sp>
      <p:sp>
        <p:nvSpPr>
          <p:cNvPr id="237" name="Google Shape;237;p1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42457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MINI PROJECT 2021</a:t>
            </a:r>
            <a:endParaRPr sz="1800"/>
          </a:p>
        </p:txBody>
      </p:sp>
      <p:sp>
        <p:nvSpPr>
          <p:cNvPr id="238" name="Google Shape;238;p13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This study concentrates on the prediction of pollutants present in the air. </a:t>
            </a: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collection will be done from various resources and suitable data will be further analyzed to make the best model for better prediction.</a:t>
            </a: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collected data will be trained using machine learning algorithm.</a:t>
            </a:r>
            <a:endParaRPr sz="24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There after selective algorithms will be applied</a:t>
            </a:r>
            <a:endParaRPr sz="24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on the data and to find the accurate ones for predicting the</a:t>
            </a:r>
            <a:endParaRPr sz="24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air quality. </a:t>
            </a: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By predicting the air quality priorly we can take necessary</a:t>
            </a:r>
            <a:endParaRPr sz="24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steps to prevent ourselves from harmful health diseases.</a:t>
            </a:r>
            <a:endParaRPr sz="24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775</Words>
  <Application>Microsoft Office PowerPoint</Application>
  <PresentationFormat>On-screen Show (4:3)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Noto Sans Symbols</vt:lpstr>
      <vt:lpstr>Times New Roman</vt:lpstr>
      <vt:lpstr>Retrospect</vt:lpstr>
      <vt:lpstr>PREDICTION OF AIR QUALITY INDEX USING MACHINE LEARNING  </vt:lpstr>
      <vt:lpstr>                               ABSTRACT</vt:lpstr>
      <vt:lpstr>                  OBJECTIVES</vt:lpstr>
      <vt:lpstr>INTRODUCTION</vt:lpstr>
      <vt:lpstr>LITERATURES REVIEW</vt:lpstr>
      <vt:lpstr>LITERATURES REVIEW</vt:lpstr>
      <vt:lpstr>LITERATURES REVIEW</vt:lpstr>
      <vt:lpstr>            DESIGN AND METHODOLOGIES</vt:lpstr>
      <vt:lpstr>MODULE 1</vt:lpstr>
      <vt:lpstr>ARCHITECTURE DIAGRAM</vt:lpstr>
      <vt:lpstr>DATA FLOW DIAGRAM</vt:lpstr>
      <vt:lpstr>CONCLUSIONS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AIR QUALITY INDEX USING MACHINE LEARNING  </dc:title>
  <dc:creator>Abhishek Gagneja</dc:creator>
  <cp:lastModifiedBy>Sayyam</cp:lastModifiedBy>
  <cp:revision>3</cp:revision>
  <dcterms:created xsi:type="dcterms:W3CDTF">2019-08-29T03:47:17Z</dcterms:created>
  <dcterms:modified xsi:type="dcterms:W3CDTF">2021-11-16T08:16:40Z</dcterms:modified>
</cp:coreProperties>
</file>