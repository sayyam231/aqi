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59" r:id="rId6"/>
    <p:sldId id="263" r:id="rId7"/>
    <p:sldId id="262" r:id="rId8"/>
    <p:sldId id="261" r:id="rId9"/>
    <p:sldId id="260" r:id="rId10"/>
    <p:sldId id="265" r:id="rId11"/>
    <p:sldId id="264" r:id="rId12"/>
    <p:sldId id="267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Default Section" id="{EF117CD5-AD38-4C7F-9510-2E5207589237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18DD4-4DBF-4BCD-8D66-4A0388E2292B}" type="datetimeFigureOut">
              <a:rPr lang="en-IN" smtClean="0"/>
              <a:pPr/>
              <a:t>05-10-2021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5BB64B-1CA6-40BF-862C-8418A4034F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95970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BB64B-1CA6-40BF-862C-8418A4034F68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9569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BB64B-1CA6-40BF-862C-8418A4034F68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9569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BB64B-1CA6-40BF-862C-8418A4034F68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9569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BB64B-1CA6-40BF-862C-8418A4034F68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9569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BB64B-1CA6-40BF-862C-8418A4034F68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9569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BB64B-1CA6-40BF-862C-8418A4034F68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9569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BB64B-1CA6-40BF-862C-8418A4034F68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9569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BB64B-1CA6-40BF-862C-8418A4034F68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9569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BB64B-1CA6-40BF-862C-8418A4034F68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95696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BB64B-1CA6-40BF-862C-8418A4034F68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95696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BB64B-1CA6-40BF-862C-8418A4034F68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9569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BB64B-1CA6-40BF-862C-8418A4034F68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9569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of Presentation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 Project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BBBA-3EAF-4479-B790-AA62CE9E78C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61895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of Presentation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 Project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BBBA-3EAF-4479-B790-AA62CE9E78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19632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of Presentation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 Project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BBBA-3EAF-4479-B790-AA62CE9E78C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37828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of Presentation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 Project 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BBBA-3EAF-4479-B790-AA62CE9E78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180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of Presentation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 Project 2021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BBBA-3EAF-4479-B790-AA62CE9E78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24496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of Presentation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 Project 2021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BBBA-3EAF-4479-B790-AA62CE9E78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5112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of Presentation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Mini Project 2021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BBBA-3EAF-4479-B790-AA62CE9E78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59421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Date of Presentation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Mini Project 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F4BBBA-3EAF-4479-B790-AA62CE9E78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79955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of Presentation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 Project 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BBBA-3EAF-4479-B790-AA62CE9E78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01689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of Presentation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 Project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BBBA-3EAF-4479-B790-AA62CE9E78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56580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of Presentation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Mini Project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BBBA-3EAF-4479-B790-AA62CE9E78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7576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>Date of Presentation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Mini Project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5F4BBBA-3EAF-4479-B790-AA62CE9E78C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89315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676400"/>
            <a:ext cx="8686800" cy="18287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 smtClean="0"/>
              <a:t>APPROXIMATE COMPUTING BASED LOGIC DESIGN</a:t>
            </a:r>
            <a:r>
              <a:rPr lang="en-US" sz="5400" dirty="0"/>
              <a:t/>
            </a:r>
            <a:br>
              <a:rPr lang="en-US" sz="5400" dirty="0"/>
            </a:br>
            <a:endParaRPr lang="en-US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r="26724"/>
          <a:stretch/>
        </p:blipFill>
        <p:spPr bwMode="auto">
          <a:xfrm>
            <a:off x="0" y="12845"/>
            <a:ext cx="9144000" cy="901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C2D83CC-2C92-4E8D-B580-ABD16056202D}"/>
              </a:ext>
            </a:extLst>
          </p:cNvPr>
          <p:cNvSpPr txBox="1"/>
          <p:nvPr/>
        </p:nvSpPr>
        <p:spPr>
          <a:xfrm>
            <a:off x="762000" y="4913304"/>
            <a:ext cx="18283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Proff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Kirti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Gupta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6823B5F-9F4A-4932-B217-15031F76CEC9}"/>
              </a:ext>
            </a:extLst>
          </p:cNvPr>
          <p:cNvSpPr txBox="1"/>
          <p:nvPr/>
        </p:nvSpPr>
        <p:spPr>
          <a:xfrm>
            <a:off x="5357818" y="4495800"/>
            <a:ext cx="37861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Vedanshi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Saini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07211502819</a:t>
            </a:r>
          </a:p>
          <a:p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Anushka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Gagwari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08611502819</a:t>
            </a:r>
          </a:p>
          <a:p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Shreyas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Gupta	         08911502819</a:t>
            </a:r>
          </a:p>
          <a:p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Abir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Moitra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	 35111502817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437B2A27-2972-4645-9ACB-5C73816C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3269" y="6459785"/>
            <a:ext cx="2122731" cy="365125"/>
          </a:xfrm>
        </p:spPr>
        <p:txBody>
          <a:bodyPr/>
          <a:lstStyle/>
          <a:p>
            <a:r>
              <a:rPr lang="en-US" sz="1800" dirty="0" smtClean="0"/>
              <a:t>7</a:t>
            </a:r>
            <a:r>
              <a:rPr lang="en-US" sz="1800" baseline="30000" dirty="0" smtClean="0"/>
              <a:t>th</a:t>
            </a:r>
            <a:r>
              <a:rPr lang="en-US" sz="1800" dirty="0" smtClean="0"/>
              <a:t> October’2021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D9E90925-5042-4D7F-B50B-5C71B719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4245761" cy="365125"/>
          </a:xfrm>
        </p:spPr>
        <p:txBody>
          <a:bodyPr/>
          <a:lstStyle/>
          <a:p>
            <a:r>
              <a:rPr lang="en-US" sz="1800" dirty="0"/>
              <a:t>Mini Project 2021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EA5FC966-FE56-4465-AC76-0C884B28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31381" y="6459785"/>
            <a:ext cx="984019" cy="365125"/>
          </a:xfrm>
        </p:spPr>
        <p:txBody>
          <a:bodyPr/>
          <a:lstStyle/>
          <a:p>
            <a:fld id="{15F4BBBA-3EAF-4479-B790-AA62CE9E78CB}" type="slidenum">
              <a:rPr lang="en-US" sz="2000" smtClean="0"/>
              <a:pPr/>
              <a:t>1</a:t>
            </a:fld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8DE33024-4E76-4FEB-8526-F6DF6D98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248" y="990600"/>
            <a:ext cx="8458199" cy="922896"/>
          </a:xfrm>
        </p:spPr>
        <p:txBody>
          <a:bodyPr/>
          <a:lstStyle/>
          <a:p>
            <a:pPr algn="ctr"/>
            <a:r>
              <a:rPr lang="en-IN" dirty="0" smtClean="0"/>
              <a:t>INTRODUCTION</a:t>
            </a:r>
            <a:endParaRPr lang="en-IN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612A3EE9-0AE3-4BFA-940D-708B9D2140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r="26724"/>
          <a:stretch/>
        </p:blipFill>
        <p:spPr bwMode="auto">
          <a:xfrm>
            <a:off x="0" y="12845"/>
            <a:ext cx="8915400" cy="901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3AAE296F-F760-4AA0-863F-9F73815F6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14150" y="6430530"/>
            <a:ext cx="984019" cy="365125"/>
          </a:xfrm>
        </p:spPr>
        <p:txBody>
          <a:bodyPr/>
          <a:lstStyle/>
          <a:p>
            <a:fld id="{15F4BBBA-3EAF-4479-B790-AA62CE9E78CB}" type="slidenum">
              <a:rPr lang="en-US" sz="2000" smtClean="0"/>
              <a:pPr/>
              <a:t>2</a:t>
            </a:fld>
            <a:endParaRPr lang="en-US" sz="200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437B2A27-2972-4645-9ACB-5C73816C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8750" y="6437313"/>
            <a:ext cx="2203450" cy="365125"/>
          </a:xfrm>
        </p:spPr>
        <p:txBody>
          <a:bodyPr/>
          <a:lstStyle/>
          <a:p>
            <a:r>
              <a:rPr lang="en-US" sz="1800" dirty="0" smtClean="0"/>
              <a:t>7</a:t>
            </a:r>
            <a:r>
              <a:rPr lang="en-US" sz="1800" baseline="30000" dirty="0" smtClean="0"/>
              <a:t>th</a:t>
            </a:r>
            <a:r>
              <a:rPr lang="en-US" sz="1800" dirty="0" smtClean="0"/>
              <a:t> October’2021</a:t>
            </a:r>
            <a:endParaRPr lang="en-US" sz="1800" dirty="0"/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xmlns="" id="{D9E90925-5042-4D7F-B50B-5C71B719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4245761" cy="365125"/>
          </a:xfrm>
        </p:spPr>
        <p:txBody>
          <a:bodyPr/>
          <a:lstStyle/>
          <a:p>
            <a:r>
              <a:rPr lang="en-US" sz="1800"/>
              <a:t>Mini Project 2021</a:t>
            </a:r>
            <a:endParaRPr lang="en-US" sz="1800" dirty="0"/>
          </a:p>
        </p:txBody>
      </p:sp>
      <p:pic>
        <p:nvPicPr>
          <p:cNvPr id="1029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2643174" y="3071810"/>
            <a:ext cx="3643338" cy="2858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500002" y="1857364"/>
            <a:ext cx="86439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Approximate computing is based on the observation that in many </a:t>
            </a:r>
            <a:r>
              <a:rPr lang="en-US" dirty="0" smtClean="0"/>
              <a:t>scenarios like multimedia signal processing and data mining,  performing </a:t>
            </a:r>
            <a:r>
              <a:rPr lang="en-US" dirty="0" smtClean="0"/>
              <a:t>exact computation requires large amount of resources, allowing bounded </a:t>
            </a:r>
            <a:r>
              <a:rPr lang="en-US" dirty="0" smtClean="0"/>
              <a:t>approximation provides </a:t>
            </a:r>
            <a:r>
              <a:rPr lang="en-US" dirty="0" smtClean="0"/>
              <a:t>disproportionate gains in performance and energy, while still achieving acceptable result accuracy.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928926" y="5929330"/>
            <a:ext cx="3038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 1- Approximate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4155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8DE33024-4E76-4FEB-8526-F6DF6D98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249" y="1000108"/>
            <a:ext cx="8421156" cy="913388"/>
          </a:xfrm>
        </p:spPr>
        <p:txBody>
          <a:bodyPr>
            <a:normAutofit/>
          </a:bodyPr>
          <a:lstStyle/>
          <a:p>
            <a:r>
              <a:rPr lang="en-IN" sz="3200" b="1" dirty="0" smtClean="0"/>
              <a:t>Need of Approximate Adders</a:t>
            </a:r>
            <a:r>
              <a:rPr lang="en-IN" sz="3200" b="1" dirty="0" smtClean="0"/>
              <a:t> </a:t>
            </a:r>
            <a:endParaRPr lang="en-IN" sz="3200" b="1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612A3EE9-0AE3-4BFA-940D-708B9D2140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r="26724"/>
          <a:stretch/>
        </p:blipFill>
        <p:spPr bwMode="auto">
          <a:xfrm>
            <a:off x="0" y="12845"/>
            <a:ext cx="8915400" cy="901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3AAE296F-F760-4AA0-863F-9F73815F6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14150" y="6430530"/>
            <a:ext cx="984019" cy="365125"/>
          </a:xfrm>
        </p:spPr>
        <p:txBody>
          <a:bodyPr/>
          <a:lstStyle/>
          <a:p>
            <a:fld id="{15F4BBBA-3EAF-4479-B790-AA62CE9E78CB}" type="slidenum">
              <a:rPr lang="en-US" sz="2000" smtClean="0"/>
              <a:pPr/>
              <a:t>3</a:t>
            </a:fld>
            <a:endParaRPr lang="en-US" sz="200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437B2A27-2972-4645-9ACB-5C73816C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8750" y="6437313"/>
            <a:ext cx="2203450" cy="365125"/>
          </a:xfrm>
        </p:spPr>
        <p:txBody>
          <a:bodyPr/>
          <a:lstStyle/>
          <a:p>
            <a:r>
              <a:rPr lang="en-US" sz="1800" dirty="0" smtClean="0"/>
              <a:t>7</a:t>
            </a:r>
            <a:r>
              <a:rPr lang="en-US" sz="1800" baseline="30000" dirty="0" smtClean="0"/>
              <a:t>th</a:t>
            </a:r>
            <a:r>
              <a:rPr lang="en-US" sz="1800" dirty="0" smtClean="0"/>
              <a:t> October’2021</a:t>
            </a:r>
            <a:endParaRPr lang="en-US" sz="1800" dirty="0"/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xmlns="" id="{D9E90925-5042-4D7F-B50B-5C71B719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4245761" cy="365125"/>
          </a:xfrm>
        </p:spPr>
        <p:txBody>
          <a:bodyPr/>
          <a:lstStyle/>
          <a:p>
            <a:r>
              <a:rPr lang="en-US" sz="1800"/>
              <a:t>Mini Project 2021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500002" y="1857364"/>
            <a:ext cx="86439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928926" y="592933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822959" y="2500306"/>
            <a:ext cx="7543801" cy="3368788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Adders and multipliers shape the key parts in applications like multimedia signal processing and data mining.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Reduce hardware overhead.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 multi-bit adder ignores carry chain, allowing all its sub adders to perform addition operation in parallel.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4155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8DE33024-4E76-4FEB-8526-F6DF6D98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248" y="990600"/>
            <a:ext cx="8458199" cy="922896"/>
          </a:xfrm>
        </p:spPr>
        <p:txBody>
          <a:bodyPr/>
          <a:lstStyle/>
          <a:p>
            <a:pPr algn="ctr"/>
            <a:r>
              <a:rPr lang="en-IN" b="1" dirty="0" smtClean="0"/>
              <a:t>Proposed Methodology</a:t>
            </a:r>
            <a:endParaRPr lang="en-IN" b="1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612A3EE9-0AE3-4BFA-940D-708B9D2140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r="26724"/>
          <a:stretch/>
        </p:blipFill>
        <p:spPr bwMode="auto">
          <a:xfrm>
            <a:off x="0" y="12845"/>
            <a:ext cx="8915400" cy="901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3AAE296F-F760-4AA0-863F-9F73815F6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14150" y="6430530"/>
            <a:ext cx="984019" cy="365125"/>
          </a:xfrm>
        </p:spPr>
        <p:txBody>
          <a:bodyPr/>
          <a:lstStyle/>
          <a:p>
            <a:fld id="{15F4BBBA-3EAF-4479-B790-AA62CE9E78CB}" type="slidenum">
              <a:rPr lang="en-US" sz="2000" smtClean="0"/>
              <a:pPr/>
              <a:t>4</a:t>
            </a:fld>
            <a:endParaRPr lang="en-US" sz="200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437B2A27-2972-4645-9ACB-5C73816C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8750" y="6437313"/>
            <a:ext cx="2203450" cy="365125"/>
          </a:xfrm>
        </p:spPr>
        <p:txBody>
          <a:bodyPr/>
          <a:lstStyle/>
          <a:p>
            <a:r>
              <a:rPr lang="en-US" sz="1800" dirty="0" smtClean="0"/>
              <a:t>7</a:t>
            </a:r>
            <a:r>
              <a:rPr lang="en-US" sz="1800" baseline="30000" dirty="0" smtClean="0"/>
              <a:t>th</a:t>
            </a:r>
            <a:r>
              <a:rPr lang="en-US" sz="1800" dirty="0" smtClean="0"/>
              <a:t> October’2021</a:t>
            </a:r>
            <a:endParaRPr lang="en-US" sz="1800" dirty="0"/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xmlns="" id="{D9E90925-5042-4D7F-B50B-5C71B719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4245761" cy="365125"/>
          </a:xfrm>
        </p:spPr>
        <p:txBody>
          <a:bodyPr/>
          <a:lstStyle/>
          <a:p>
            <a:r>
              <a:rPr lang="en-US" sz="1800"/>
              <a:t>Mini Project 2021</a:t>
            </a:r>
            <a:endParaRPr lang="en-US" sz="1800" dirty="0"/>
          </a:p>
        </p:txBody>
      </p:sp>
      <p:pic>
        <p:nvPicPr>
          <p:cNvPr id="1030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2443602" y="1857364"/>
            <a:ext cx="4344207" cy="1944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3143240" y="3786190"/>
            <a:ext cx="2994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 2- Conventional Full Adder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4155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8DE33024-4E76-4FEB-8526-F6DF6D98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248" y="990600"/>
            <a:ext cx="8458199" cy="922896"/>
          </a:xfrm>
        </p:spPr>
        <p:txBody>
          <a:bodyPr>
            <a:normAutofit/>
          </a:bodyPr>
          <a:lstStyle/>
          <a:p>
            <a:r>
              <a:rPr lang="en-IN" sz="3200" b="1" dirty="0" smtClean="0"/>
              <a:t>Approximate models of Conventional Adders</a:t>
            </a:r>
            <a:endParaRPr lang="en-IN" sz="3200" b="1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612A3EE9-0AE3-4BFA-940D-708B9D2140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r="26724"/>
          <a:stretch/>
        </p:blipFill>
        <p:spPr bwMode="auto">
          <a:xfrm>
            <a:off x="0" y="12845"/>
            <a:ext cx="8915400" cy="901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3AAE296F-F760-4AA0-863F-9F73815F6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14150" y="6430530"/>
            <a:ext cx="984019" cy="365125"/>
          </a:xfrm>
        </p:spPr>
        <p:txBody>
          <a:bodyPr/>
          <a:lstStyle/>
          <a:p>
            <a:fld id="{15F4BBBA-3EAF-4479-B790-AA62CE9E78CB}" type="slidenum">
              <a:rPr lang="en-US" sz="2000" smtClean="0"/>
              <a:pPr/>
              <a:t>5</a:t>
            </a:fld>
            <a:endParaRPr lang="en-US" sz="200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437B2A27-2972-4645-9ACB-5C73816C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8750" y="6437313"/>
            <a:ext cx="2203450" cy="365125"/>
          </a:xfrm>
        </p:spPr>
        <p:txBody>
          <a:bodyPr/>
          <a:lstStyle/>
          <a:p>
            <a:r>
              <a:rPr lang="en-US" sz="1800" dirty="0" smtClean="0"/>
              <a:t>7</a:t>
            </a:r>
            <a:r>
              <a:rPr lang="en-US" sz="1800" baseline="30000" dirty="0" smtClean="0"/>
              <a:t>th</a:t>
            </a:r>
            <a:r>
              <a:rPr lang="en-US" sz="1800" dirty="0" smtClean="0"/>
              <a:t> October’2021</a:t>
            </a:r>
            <a:endParaRPr lang="en-US" sz="1800" dirty="0"/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xmlns="" id="{D9E90925-5042-4D7F-B50B-5C71B719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4245761" cy="365125"/>
          </a:xfrm>
        </p:spPr>
        <p:txBody>
          <a:bodyPr/>
          <a:lstStyle/>
          <a:p>
            <a:r>
              <a:rPr lang="en-US" sz="1800"/>
              <a:t>Mini Project 2021</a:t>
            </a:r>
            <a:endParaRPr lang="en-US" sz="1800" dirty="0"/>
          </a:p>
        </p:txBody>
      </p:sp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8662" y="2714620"/>
            <a:ext cx="3810000" cy="1290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57752" y="3929066"/>
            <a:ext cx="3889375" cy="132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1142976" y="4214818"/>
            <a:ext cx="29578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Fig 2.1- Approximate Model 1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5286380" y="5357826"/>
            <a:ext cx="29578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Fig 2.2- Approximate Model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4155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8DE33024-4E76-4FEB-8526-F6DF6D98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248" y="990600"/>
            <a:ext cx="8458199" cy="922896"/>
          </a:xfrm>
        </p:spPr>
        <p:txBody>
          <a:bodyPr/>
          <a:lstStyle/>
          <a:p>
            <a:pPr algn="ctr"/>
            <a:r>
              <a:rPr lang="en-IN" dirty="0" smtClean="0"/>
              <a:t>Objectives</a:t>
            </a:r>
            <a:endParaRPr lang="en-IN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612A3EE9-0AE3-4BFA-940D-708B9D2140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r="26724"/>
          <a:stretch/>
        </p:blipFill>
        <p:spPr bwMode="auto">
          <a:xfrm>
            <a:off x="0" y="12845"/>
            <a:ext cx="8915400" cy="901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3AAE296F-F760-4AA0-863F-9F73815F6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14150" y="6430530"/>
            <a:ext cx="984019" cy="365125"/>
          </a:xfrm>
        </p:spPr>
        <p:txBody>
          <a:bodyPr/>
          <a:lstStyle/>
          <a:p>
            <a:fld id="{15F4BBBA-3EAF-4479-B790-AA62CE9E78CB}" type="slidenum">
              <a:rPr lang="en-US" sz="2000" smtClean="0"/>
              <a:pPr/>
              <a:t>6</a:t>
            </a:fld>
            <a:endParaRPr lang="en-US" sz="200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437B2A27-2972-4645-9ACB-5C73816C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8750" y="6437313"/>
            <a:ext cx="2203450" cy="365125"/>
          </a:xfrm>
        </p:spPr>
        <p:txBody>
          <a:bodyPr/>
          <a:lstStyle/>
          <a:p>
            <a:r>
              <a:rPr lang="en-US" sz="1800" dirty="0" smtClean="0"/>
              <a:t>7</a:t>
            </a:r>
            <a:r>
              <a:rPr lang="en-US" sz="1800" baseline="30000" dirty="0" smtClean="0"/>
              <a:t>th</a:t>
            </a:r>
            <a:r>
              <a:rPr lang="en-US" sz="1800" dirty="0" smtClean="0"/>
              <a:t> October’2021</a:t>
            </a:r>
            <a:endParaRPr lang="en-US" sz="1800" dirty="0"/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xmlns="" id="{D9E90925-5042-4D7F-B50B-5C71B719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4245761" cy="365125"/>
          </a:xfrm>
        </p:spPr>
        <p:txBody>
          <a:bodyPr/>
          <a:lstStyle/>
          <a:p>
            <a:r>
              <a:rPr lang="en-US" sz="1800"/>
              <a:t>Mini Project 2021</a:t>
            </a:r>
            <a:endParaRPr lang="en-US" sz="1800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822959" y="2428868"/>
            <a:ext cx="7543801" cy="3440226"/>
          </a:xfrm>
        </p:spPr>
        <p:txBody>
          <a:bodyPr/>
          <a:lstStyle/>
          <a:p>
            <a:r>
              <a:rPr lang="en-US" dirty="0" smtClean="0"/>
              <a:t>The quick development of interest for portable and wireless computing frameworks is driving the requirement for ultra-low power frameworks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4155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8DE33024-4E76-4FEB-8526-F6DF6D98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248" y="990600"/>
            <a:ext cx="8458199" cy="922896"/>
          </a:xfrm>
        </p:spPr>
        <p:txBody>
          <a:bodyPr/>
          <a:lstStyle/>
          <a:p>
            <a:pPr algn="ctr"/>
            <a:endParaRPr lang="en-IN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612A3EE9-0AE3-4BFA-940D-708B9D2140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r="26724"/>
          <a:stretch/>
        </p:blipFill>
        <p:spPr bwMode="auto">
          <a:xfrm>
            <a:off x="0" y="12845"/>
            <a:ext cx="8915400" cy="901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3AAE296F-F760-4AA0-863F-9F73815F6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14150" y="6430530"/>
            <a:ext cx="984019" cy="365125"/>
          </a:xfrm>
        </p:spPr>
        <p:txBody>
          <a:bodyPr/>
          <a:lstStyle/>
          <a:p>
            <a:fld id="{15F4BBBA-3EAF-4479-B790-AA62CE9E78CB}" type="slidenum">
              <a:rPr lang="en-US" sz="2000" smtClean="0"/>
              <a:pPr/>
              <a:t>7</a:t>
            </a:fld>
            <a:endParaRPr lang="en-US" sz="200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437B2A27-2972-4645-9ACB-5C73816C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8750" y="6437313"/>
            <a:ext cx="2203450" cy="365125"/>
          </a:xfrm>
        </p:spPr>
        <p:txBody>
          <a:bodyPr/>
          <a:lstStyle/>
          <a:p>
            <a:r>
              <a:rPr lang="en-US" sz="1800" dirty="0" smtClean="0"/>
              <a:t>7</a:t>
            </a:r>
            <a:r>
              <a:rPr lang="en-US" sz="1800" baseline="30000" dirty="0" smtClean="0"/>
              <a:t>th</a:t>
            </a:r>
            <a:r>
              <a:rPr lang="en-US" sz="1800" dirty="0" smtClean="0"/>
              <a:t> October’2021</a:t>
            </a:r>
            <a:endParaRPr lang="en-US" sz="1800" dirty="0"/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xmlns="" id="{D9E90925-5042-4D7F-B50B-5C71B719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4245761" cy="365125"/>
          </a:xfrm>
        </p:spPr>
        <p:txBody>
          <a:bodyPr/>
          <a:lstStyle/>
          <a:p>
            <a:r>
              <a:rPr lang="en-US" sz="1800"/>
              <a:t>Mini Project 2021</a:t>
            </a:r>
            <a:endParaRPr lang="en-US" sz="1800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4155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8DE33024-4E76-4FEB-8526-F6DF6D98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248" y="990600"/>
            <a:ext cx="8458199" cy="922896"/>
          </a:xfrm>
        </p:spPr>
        <p:txBody>
          <a:bodyPr/>
          <a:lstStyle/>
          <a:p>
            <a:pPr algn="ctr"/>
            <a:endParaRPr lang="en-IN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612A3EE9-0AE3-4BFA-940D-708B9D2140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r="26724"/>
          <a:stretch/>
        </p:blipFill>
        <p:spPr bwMode="auto">
          <a:xfrm>
            <a:off x="0" y="12845"/>
            <a:ext cx="8915400" cy="901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3AAE296F-F760-4AA0-863F-9F73815F6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14150" y="6430530"/>
            <a:ext cx="984019" cy="365125"/>
          </a:xfrm>
        </p:spPr>
        <p:txBody>
          <a:bodyPr/>
          <a:lstStyle/>
          <a:p>
            <a:fld id="{15F4BBBA-3EAF-4479-B790-AA62CE9E78CB}" type="slidenum">
              <a:rPr lang="en-US" sz="2000" smtClean="0"/>
              <a:pPr/>
              <a:t>8</a:t>
            </a:fld>
            <a:endParaRPr lang="en-US" sz="200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437B2A27-2972-4645-9ACB-5C73816C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8750" y="6437313"/>
            <a:ext cx="2203450" cy="365125"/>
          </a:xfrm>
        </p:spPr>
        <p:txBody>
          <a:bodyPr/>
          <a:lstStyle/>
          <a:p>
            <a:r>
              <a:rPr lang="en-US" sz="1800" dirty="0" smtClean="0"/>
              <a:t>7</a:t>
            </a:r>
            <a:r>
              <a:rPr lang="en-US" sz="1800" baseline="30000" dirty="0" smtClean="0"/>
              <a:t>th</a:t>
            </a:r>
            <a:r>
              <a:rPr lang="en-US" sz="1800" dirty="0" smtClean="0"/>
              <a:t> October’2021</a:t>
            </a:r>
            <a:endParaRPr lang="en-US" sz="1800" dirty="0"/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xmlns="" id="{D9E90925-5042-4D7F-B50B-5C71B719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4245761" cy="365125"/>
          </a:xfrm>
        </p:spPr>
        <p:txBody>
          <a:bodyPr/>
          <a:lstStyle/>
          <a:p>
            <a:r>
              <a:rPr lang="en-US" sz="1800"/>
              <a:t>Mini Project 2021</a:t>
            </a:r>
            <a:endParaRPr lang="en-US" sz="1800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4155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8DE33024-4E76-4FEB-8526-F6DF6D98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248" y="990600"/>
            <a:ext cx="8458199" cy="922896"/>
          </a:xfrm>
        </p:spPr>
        <p:txBody>
          <a:bodyPr/>
          <a:lstStyle/>
          <a:p>
            <a:pPr algn="ctr"/>
            <a:endParaRPr lang="en-IN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612A3EE9-0AE3-4BFA-940D-708B9D2140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r="26724"/>
          <a:stretch/>
        </p:blipFill>
        <p:spPr bwMode="auto">
          <a:xfrm>
            <a:off x="0" y="12845"/>
            <a:ext cx="8915400" cy="901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3AAE296F-F760-4AA0-863F-9F73815F6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14150" y="6430530"/>
            <a:ext cx="984019" cy="365125"/>
          </a:xfrm>
        </p:spPr>
        <p:txBody>
          <a:bodyPr/>
          <a:lstStyle/>
          <a:p>
            <a:fld id="{15F4BBBA-3EAF-4479-B790-AA62CE9E78CB}" type="slidenum">
              <a:rPr lang="en-US" sz="2000" smtClean="0"/>
              <a:pPr/>
              <a:t>9</a:t>
            </a:fld>
            <a:endParaRPr lang="en-US" sz="200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437B2A27-2972-4645-9ACB-5C73816C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8750" y="6437313"/>
            <a:ext cx="2203450" cy="365125"/>
          </a:xfrm>
        </p:spPr>
        <p:txBody>
          <a:bodyPr/>
          <a:lstStyle/>
          <a:p>
            <a:r>
              <a:rPr lang="en-US" sz="1800" dirty="0" smtClean="0"/>
              <a:t>7</a:t>
            </a:r>
            <a:r>
              <a:rPr lang="en-US" sz="1800" baseline="30000" dirty="0" smtClean="0"/>
              <a:t>th</a:t>
            </a:r>
            <a:r>
              <a:rPr lang="en-US" sz="1800" dirty="0" smtClean="0"/>
              <a:t> October’2021</a:t>
            </a:r>
            <a:endParaRPr lang="en-US" sz="1800" dirty="0"/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xmlns="" id="{D9E90925-5042-4D7F-B50B-5C71B719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4245761" cy="365125"/>
          </a:xfrm>
        </p:spPr>
        <p:txBody>
          <a:bodyPr/>
          <a:lstStyle/>
          <a:p>
            <a:r>
              <a:rPr lang="en-US" sz="1800"/>
              <a:t>Mini Project 2021</a:t>
            </a:r>
            <a:endParaRPr lang="en-US" sz="1800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4155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8DE33024-4E76-4FEB-8526-F6DF6D98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248" y="990600"/>
            <a:ext cx="8458199" cy="922896"/>
          </a:xfrm>
        </p:spPr>
        <p:txBody>
          <a:bodyPr/>
          <a:lstStyle/>
          <a:p>
            <a:pPr algn="ctr"/>
            <a:endParaRPr lang="en-IN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612A3EE9-0AE3-4BFA-940D-708B9D2140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r="26724"/>
          <a:stretch/>
        </p:blipFill>
        <p:spPr bwMode="auto">
          <a:xfrm>
            <a:off x="0" y="12845"/>
            <a:ext cx="8915400" cy="901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3AAE296F-F760-4AA0-863F-9F73815F6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14150" y="6430530"/>
            <a:ext cx="984019" cy="365125"/>
          </a:xfrm>
        </p:spPr>
        <p:txBody>
          <a:bodyPr/>
          <a:lstStyle/>
          <a:p>
            <a:fld id="{15F4BBBA-3EAF-4479-B790-AA62CE9E78CB}" type="slidenum">
              <a:rPr lang="en-US" sz="2000" smtClean="0"/>
              <a:pPr/>
              <a:t>10</a:t>
            </a:fld>
            <a:endParaRPr lang="en-US" sz="200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437B2A27-2972-4645-9ACB-5C73816C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8750" y="6437313"/>
            <a:ext cx="2203450" cy="365125"/>
          </a:xfrm>
        </p:spPr>
        <p:txBody>
          <a:bodyPr/>
          <a:lstStyle/>
          <a:p>
            <a:r>
              <a:rPr lang="en-US" sz="1800" dirty="0" smtClean="0"/>
              <a:t>7</a:t>
            </a:r>
            <a:r>
              <a:rPr lang="en-US" sz="1800" baseline="30000" dirty="0" smtClean="0"/>
              <a:t>th</a:t>
            </a:r>
            <a:r>
              <a:rPr lang="en-US" sz="1800" dirty="0" smtClean="0"/>
              <a:t> October’2021</a:t>
            </a:r>
            <a:endParaRPr lang="en-US" sz="1800" dirty="0"/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xmlns="" id="{D9E90925-5042-4D7F-B50B-5C71B719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4245761" cy="365125"/>
          </a:xfrm>
        </p:spPr>
        <p:txBody>
          <a:bodyPr/>
          <a:lstStyle/>
          <a:p>
            <a:r>
              <a:rPr lang="en-US" sz="1800"/>
              <a:t>Mini Project 2021</a:t>
            </a:r>
            <a:endParaRPr lang="en-US" sz="1800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4155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8DE33024-4E76-4FEB-8526-F6DF6D98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248" y="990600"/>
            <a:ext cx="8458199" cy="922896"/>
          </a:xfrm>
        </p:spPr>
        <p:txBody>
          <a:bodyPr/>
          <a:lstStyle/>
          <a:p>
            <a:pPr algn="ctr"/>
            <a:endParaRPr lang="en-IN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612A3EE9-0AE3-4BFA-940D-708B9D2140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r="26724"/>
          <a:stretch/>
        </p:blipFill>
        <p:spPr bwMode="auto">
          <a:xfrm>
            <a:off x="0" y="12845"/>
            <a:ext cx="8915400" cy="901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3AAE296F-F760-4AA0-863F-9F73815F6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14150" y="6430530"/>
            <a:ext cx="984019" cy="365125"/>
          </a:xfrm>
        </p:spPr>
        <p:txBody>
          <a:bodyPr/>
          <a:lstStyle/>
          <a:p>
            <a:fld id="{15F4BBBA-3EAF-4479-B790-AA62CE9E78CB}" type="slidenum">
              <a:rPr lang="en-US" sz="2000" smtClean="0"/>
              <a:pPr/>
              <a:t>11</a:t>
            </a:fld>
            <a:endParaRPr lang="en-US" sz="200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437B2A27-2972-4645-9ACB-5C73816C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8750" y="6437313"/>
            <a:ext cx="2203450" cy="365125"/>
          </a:xfrm>
        </p:spPr>
        <p:txBody>
          <a:bodyPr/>
          <a:lstStyle/>
          <a:p>
            <a:r>
              <a:rPr lang="en-US" sz="1800" dirty="0" smtClean="0"/>
              <a:t>7</a:t>
            </a:r>
            <a:r>
              <a:rPr lang="en-US" sz="1800" baseline="30000" dirty="0" smtClean="0"/>
              <a:t>th</a:t>
            </a:r>
            <a:r>
              <a:rPr lang="en-US" sz="1800" dirty="0" smtClean="0"/>
              <a:t> October’2021</a:t>
            </a:r>
            <a:endParaRPr lang="en-US" sz="1800" dirty="0"/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xmlns="" id="{D9E90925-5042-4D7F-B50B-5C71B719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4245761" cy="365125"/>
          </a:xfrm>
        </p:spPr>
        <p:txBody>
          <a:bodyPr/>
          <a:lstStyle/>
          <a:p>
            <a:r>
              <a:rPr lang="en-US" sz="1800"/>
              <a:t>Mini Project 2021</a:t>
            </a:r>
            <a:endParaRPr lang="en-US" sz="1800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4155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8DE33024-4E76-4FEB-8526-F6DF6D98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248" y="990600"/>
            <a:ext cx="8458199" cy="922896"/>
          </a:xfrm>
        </p:spPr>
        <p:txBody>
          <a:bodyPr/>
          <a:lstStyle/>
          <a:p>
            <a:pPr algn="ctr"/>
            <a:endParaRPr lang="en-IN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612A3EE9-0AE3-4BFA-940D-708B9D2140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r="26724"/>
          <a:stretch/>
        </p:blipFill>
        <p:spPr bwMode="auto">
          <a:xfrm>
            <a:off x="0" y="12845"/>
            <a:ext cx="8915400" cy="901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3AAE296F-F760-4AA0-863F-9F73815F6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14150" y="6430530"/>
            <a:ext cx="984019" cy="365125"/>
          </a:xfrm>
        </p:spPr>
        <p:txBody>
          <a:bodyPr/>
          <a:lstStyle/>
          <a:p>
            <a:fld id="{15F4BBBA-3EAF-4479-B790-AA62CE9E78CB}" type="slidenum">
              <a:rPr lang="en-US" sz="2000" smtClean="0"/>
              <a:pPr/>
              <a:t>12</a:t>
            </a:fld>
            <a:endParaRPr lang="en-US" sz="200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437B2A27-2972-4645-9ACB-5C73816C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8750" y="6437313"/>
            <a:ext cx="2203450" cy="365125"/>
          </a:xfrm>
        </p:spPr>
        <p:txBody>
          <a:bodyPr/>
          <a:lstStyle/>
          <a:p>
            <a:r>
              <a:rPr lang="en-US" sz="1800" dirty="0" smtClean="0"/>
              <a:t>7</a:t>
            </a:r>
            <a:r>
              <a:rPr lang="en-US" sz="1800" baseline="30000" dirty="0" smtClean="0"/>
              <a:t>th</a:t>
            </a:r>
            <a:r>
              <a:rPr lang="en-US" sz="1800" dirty="0" smtClean="0"/>
              <a:t> October’2021</a:t>
            </a:r>
            <a:endParaRPr lang="en-US" sz="1800" dirty="0"/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xmlns="" id="{D9E90925-5042-4D7F-B50B-5C71B719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4245761" cy="365125"/>
          </a:xfrm>
        </p:spPr>
        <p:txBody>
          <a:bodyPr/>
          <a:lstStyle/>
          <a:p>
            <a:r>
              <a:rPr lang="en-US" sz="1800"/>
              <a:t>Mini Project 2021</a:t>
            </a:r>
            <a:endParaRPr lang="en-US" sz="1800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4155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8DE33024-4E76-4FEB-8526-F6DF6D98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248" y="990600"/>
            <a:ext cx="8458199" cy="922896"/>
          </a:xfrm>
        </p:spPr>
        <p:txBody>
          <a:bodyPr/>
          <a:lstStyle/>
          <a:p>
            <a:pPr algn="ctr"/>
            <a:endParaRPr lang="en-IN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612A3EE9-0AE3-4BFA-940D-708B9D2140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r="26724"/>
          <a:stretch/>
        </p:blipFill>
        <p:spPr bwMode="auto">
          <a:xfrm>
            <a:off x="0" y="12845"/>
            <a:ext cx="8915400" cy="901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3AAE296F-F760-4AA0-863F-9F73815F6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14150" y="6430530"/>
            <a:ext cx="984019" cy="365125"/>
          </a:xfrm>
        </p:spPr>
        <p:txBody>
          <a:bodyPr/>
          <a:lstStyle/>
          <a:p>
            <a:fld id="{15F4BBBA-3EAF-4479-B790-AA62CE9E78CB}" type="slidenum">
              <a:rPr lang="en-US" sz="2000" smtClean="0"/>
              <a:pPr/>
              <a:t>13</a:t>
            </a:fld>
            <a:endParaRPr lang="en-US" sz="200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437B2A27-2972-4645-9ACB-5C73816C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8750" y="6437313"/>
            <a:ext cx="2203450" cy="365125"/>
          </a:xfrm>
        </p:spPr>
        <p:txBody>
          <a:bodyPr/>
          <a:lstStyle/>
          <a:p>
            <a:r>
              <a:rPr lang="en-US" sz="1800" dirty="0" smtClean="0"/>
              <a:t>7</a:t>
            </a:r>
            <a:r>
              <a:rPr lang="en-US" sz="1800" baseline="30000" dirty="0" smtClean="0"/>
              <a:t>th</a:t>
            </a:r>
            <a:r>
              <a:rPr lang="en-US" sz="1800" dirty="0" smtClean="0"/>
              <a:t> October’2021</a:t>
            </a:r>
            <a:endParaRPr lang="en-US" sz="1800" dirty="0"/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xmlns="" id="{D9E90925-5042-4D7F-B50B-5C71B719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4245761" cy="365125"/>
          </a:xfrm>
        </p:spPr>
        <p:txBody>
          <a:bodyPr/>
          <a:lstStyle/>
          <a:p>
            <a:r>
              <a:rPr lang="en-US" sz="1800"/>
              <a:t>Mini Project 2021</a:t>
            </a:r>
            <a:endParaRPr lang="en-US" sz="1800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4155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293</TotalTime>
  <Words>201</Words>
  <Application>Microsoft Office PowerPoint</Application>
  <PresentationFormat>On-screen Show (4:3)</PresentationFormat>
  <Paragraphs>78</Paragraphs>
  <Slides>13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Retrospect</vt:lpstr>
      <vt:lpstr>APPROXIMATE COMPUTING BASED LOGIC DESIGN </vt:lpstr>
      <vt:lpstr>INTRODUCTION</vt:lpstr>
      <vt:lpstr>Need of Approximate Adders </vt:lpstr>
      <vt:lpstr>Proposed Methodology</vt:lpstr>
      <vt:lpstr>Approximate models of Conventional Adders</vt:lpstr>
      <vt:lpstr>Objectives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 of the Presentation&gt;</dc:title>
  <dc:creator>Abhishek Gagneja</dc:creator>
  <cp:lastModifiedBy>Dell</cp:lastModifiedBy>
  <cp:revision>36</cp:revision>
  <dcterms:created xsi:type="dcterms:W3CDTF">2019-08-29T03:47:17Z</dcterms:created>
  <dcterms:modified xsi:type="dcterms:W3CDTF">2021-10-05T19:18:21Z</dcterms:modified>
</cp:coreProperties>
</file>